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🏪Local Buddy</a:t>
            </a:r>
          </a:p>
          <a:p>
            <a:r>
              <a:t>Slide 1 / 8</a:t>
            </a:r>
          </a:p>
          <a:p>
            <a:r>
              <a:t>🚀 HYPERLOCAL COMMERCE REVOLUTION</a:t>
            </a:r>
          </a:p>
          <a:p>
            <a:r>
              <a:t>Local Buddy</a:t>
            </a:r>
          </a:p>
          <a:p>
            <a:r>
              <a:t>Empowering 30M+ Neighborhood Kiranas with Zero-Commission Storefronts,</a:t>
            </a:r>
          </a:p>
          <a:p>
            <a:r>
              <a:t>1-Click WhatsApp Orders &amp; 5-Min Micro-Consultations.</a:t>
            </a:r>
          </a:p>
          <a:p>
            <a:r>
              <a:t>⚡</a:t>
            </a:r>
          </a:p>
          <a:p>
            <a:r>
              <a:t>0% Commission</a:t>
            </a:r>
          </a:p>
          <a:p>
            <a:r>
              <a:t>Keep 100% of profits</a:t>
            </a:r>
          </a:p>
          <a:p>
            <a:r>
              <a:t>with zero aggregator</a:t>
            </a:r>
          </a:p>
          <a:p>
            <a:r>
              <a:t>cut.</a:t>
            </a:r>
          </a:p>
          <a:p>
            <a:r>
              <a:t>💬</a:t>
            </a:r>
          </a:p>
          <a:p>
            <a:r>
              <a:t>1-Click WhatsApp</a:t>
            </a:r>
          </a:p>
          <a:p>
            <a:r>
              <a:t>Direct conversational</a:t>
            </a:r>
          </a:p>
          <a:p>
            <a:r>
              <a:t>checkout &amp; fast</a:t>
            </a:r>
          </a:p>
          <a:p>
            <a:r>
              <a:t>dispatch.</a:t>
            </a:r>
          </a:p>
          <a:p>
            <a:r>
              <a:t>⏱️</a:t>
            </a:r>
          </a:p>
          <a:p>
            <a:r>
              <a:t>5-Min Advice</a:t>
            </a:r>
          </a:p>
          <a:p>
            <a:r>
              <a:t>Micro-consults with</a:t>
            </a:r>
          </a:p>
          <a:p>
            <a:r>
              <a:t>local pros @ nominal</a:t>
            </a:r>
          </a:p>
          <a:p>
            <a:r>
              <a:t>fee.</a:t>
            </a:r>
          </a:p>
          <a:p>
            <a:r>
              <a:t>Confidential Pitch Deck • Local Buddy 2026</a:t>
            </a:r>
          </a:p>
          <a:p>
            <a:r>
              <a:t>Empowering Local Commerce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🏪Local Buddy</a:t>
            </a:r>
          </a:p>
          <a:p>
            <a:r>
              <a:t>Slide 2 / 8</a:t>
            </a:r>
          </a:p>
          <a:p>
            <a:r>
              <a:t>⚠️ THE REAL PROBLEM</a:t>
            </a:r>
          </a:p>
          <a:p>
            <a:r>
              <a:t>Neighborhood Retail is Under Threat</a:t>
            </a:r>
          </a:p>
          <a:p>
            <a:r>
              <a:t>Local merchants and skilled tradesmen are squeezed by predatory aggregator</a:t>
            </a:r>
          </a:p>
          <a:p>
            <a:r>
              <a:t>fees and complex tools.</a:t>
            </a:r>
          </a:p>
          <a:p>
            <a:r>
              <a:t>📉 20% to 30% Aggregator Commissions</a:t>
            </a:r>
          </a:p>
          <a:p>
            <a:r>
              <a:t>Quick-commerce dark stores and gig apps eat into thin margins of independent</a:t>
            </a:r>
          </a:p>
          <a:p>
            <a:r>
              <a:t>neighborhood shops.</a:t>
            </a:r>
          </a:p>
          <a:p>
            <a:r>
              <a:t>🧩 Bloated &amp; Costly POS Hardware</a:t>
            </a:r>
          </a:p>
          <a:p>
            <a:r>
              <a:t>Existing retail ERP/POS software is too complex, expensive, and requires hardware</a:t>
            </a:r>
          </a:p>
          <a:p>
            <a:r>
              <a:t>shopkeepers avoid.</a:t>
            </a:r>
          </a:p>
          <a:p>
            <a:r>
              <a:t>🔕 Heavy Fees for Minor Guidance</a:t>
            </a:r>
          </a:p>
          <a:p>
            <a:r>
              <a:t>Customers must pay full visit charges even when they just need 5 minutes of diagnosis or</a:t>
            </a:r>
          </a:p>
          <a:p>
            <a:r>
              <a:t>troubleshooting.</a:t>
            </a:r>
          </a:p>
          <a:p>
            <a:r>
              <a:t>Confidential Pitch Deck • Local Buddy 2026</a:t>
            </a:r>
          </a:p>
          <a:p>
            <a:r>
              <a:t>The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🏪Local Buddy</a:t>
            </a:r>
          </a:p>
          <a:p>
            <a:r>
              <a:t>Slide 3 / 8</a:t>
            </a:r>
          </a:p>
          <a:p>
            <a:r>
              <a:t>💡 OUR SOLUTION</a:t>
            </a:r>
          </a:p>
          <a:p>
            <a:r>
              <a:t>Unified Hyperlocal Ecosystem</a:t>
            </a:r>
          </a:p>
          <a:p>
            <a:r>
              <a:t>A lightweight, seamless web application connecting merchants, customers,</a:t>
            </a:r>
          </a:p>
          <a:p>
            <a:r>
              <a:t>and verified tradesmen.</a:t>
            </a:r>
          </a:p>
          <a:p>
            <a:r>
              <a:t>1</a:t>
            </a:r>
          </a:p>
          <a:p>
            <a:r>
              <a:t>Merchant Hub</a:t>
            </a:r>
          </a:p>
          <a:p>
            <a:r>
              <a:t>Real-time inventory, restock alerts &amp;</a:t>
            </a:r>
          </a:p>
          <a:p>
            <a:r>
              <a:t>profit margin analytics.</a:t>
            </a:r>
          </a:p>
          <a:p>
            <a:r>
              <a:t>2</a:t>
            </a:r>
          </a:p>
          <a:p>
            <a:r>
              <a:t>Storefront</a:t>
            </a:r>
          </a:p>
          <a:p>
            <a:r>
              <a:t>Digital catalog with live stock &amp; 1-tap</a:t>
            </a:r>
          </a:p>
          <a:p>
            <a:r>
              <a:t>WhatsApp cart ordering.</a:t>
            </a:r>
          </a:p>
          <a:p>
            <a:r>
              <a:t>3</a:t>
            </a:r>
          </a:p>
          <a:p>
            <a:r>
              <a:t>5-Min Advice</a:t>
            </a:r>
          </a:p>
          <a:p>
            <a:r>
              <a:t>Instant expert triage for minimal nominal</a:t>
            </a:r>
          </a:p>
          <a:p>
            <a:r>
              <a:t>fee (₹20-₹49).</a:t>
            </a:r>
          </a:p>
          <a:p>
            <a:r>
              <a:t>4</a:t>
            </a:r>
          </a:p>
          <a:p>
            <a:r>
              <a:t>Service Roster</a:t>
            </a:r>
          </a:p>
          <a:p>
            <a:r>
              <a:t>Verified plumbers, electricians &amp; direct</a:t>
            </a:r>
          </a:p>
          <a:p>
            <a:r>
              <a:t>doorstep booking.</a:t>
            </a:r>
          </a:p>
          <a:p>
            <a:r>
              <a:t>Confidential Pitch Deck • Local Buddy 2026</a:t>
            </a:r>
          </a:p>
          <a:p>
            <a:r>
              <a:t>The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🏪Local Buddy</a:t>
            </a:r>
          </a:p>
          <a:p>
            <a:r>
              <a:t>Slide 4 / 8</a:t>
            </a:r>
          </a:p>
          <a:p>
            <a:r>
              <a:t>⏱️ INNOVATION SPOTLIGHT</a:t>
            </a:r>
          </a:p>
          <a:p>
            <a:r>
              <a:t>5-Min Micro-Consultations &amp; Advice</a:t>
            </a:r>
          </a:p>
          <a:p>
            <a:r>
              <a:t>Customers connect directly with neighborhood experts for quick 5-min</a:t>
            </a:r>
          </a:p>
          <a:p>
            <a:r>
              <a:t>guidance at a minimal nominal fee.</a:t>
            </a:r>
          </a:p>
          <a:p>
            <a:r>
              <a:t>⚡</a:t>
            </a:r>
          </a:p>
          <a:p>
            <a:r>
              <a:t>Instant Triage</a:t>
            </a:r>
          </a:p>
          <a:p>
            <a:r>
              <a:t>Quick guidance for electrical, plumbing,</a:t>
            </a:r>
          </a:p>
          <a:p>
            <a:r>
              <a:t>or DIY doubts without expensive visit</a:t>
            </a:r>
          </a:p>
          <a:p>
            <a:r>
              <a:t>costs.</a:t>
            </a:r>
          </a:p>
          <a:p>
            <a:r>
              <a:t>_x0000_Minimal Micro-Fee</a:t>
            </a:r>
          </a:p>
          <a:p>
            <a:r>
              <a:t>Ultra-accessible (₹20 to ₹49 for 5 mins)</a:t>
            </a:r>
          </a:p>
          <a:p>
            <a:r>
              <a:t>paid instantly via 1-tap UPI.</a:t>
            </a:r>
          </a:p>
          <a:p>
            <a:r>
              <a:t>💼</a:t>
            </a:r>
          </a:p>
          <a:p>
            <a:r>
              <a:t>Pro Monetization</a:t>
            </a:r>
          </a:p>
          <a:p>
            <a:r>
              <a:t>Technicians &amp; specialists monetize spare</a:t>
            </a:r>
          </a:p>
          <a:p>
            <a:r>
              <a:t>minutes and earn trust.</a:t>
            </a:r>
          </a:p>
          <a:p>
            <a:r>
              <a:t>🚀</a:t>
            </a:r>
          </a:p>
          <a:p>
            <a:r>
              <a:t>Doorstep Upgrade</a:t>
            </a:r>
          </a:p>
          <a:p>
            <a:r>
              <a:t>Converts simple 5-min calls into full</a:t>
            </a:r>
          </a:p>
          <a:p>
            <a:r>
              <a:t>verified doorstep repair bookings.</a:t>
            </a:r>
          </a:p>
          <a:p>
            <a:r>
              <a:t>Confidential Pitch Deck • Local Buddy 2026</a:t>
            </a:r>
          </a:p>
          <a:p>
            <a:r>
              <a:t>Feature Deep-Dive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🏪Local Buddy</a:t>
            </a:r>
          </a:p>
          <a:p>
            <a:r>
              <a:t>Slide 5 / 8</a:t>
            </a:r>
          </a:p>
          <a:p>
            <a:r>
              <a:t>⚙️ SEAMLESS FLOW</a:t>
            </a:r>
          </a:p>
          <a:p>
            <a:r>
              <a:t>Frictionless 3-Step Experience</a:t>
            </a:r>
          </a:p>
          <a:p>
            <a:r>
              <a:t>Designed for non-tech-savvy shopkeepers &amp; everyday neighborhood shoppers.</a:t>
            </a:r>
          </a:p>
          <a:p>
            <a:r>
              <a:t>Step 1</a:t>
            </a:r>
          </a:p>
          <a:p>
            <a:r>
              <a:t>📦</a:t>
            </a:r>
          </a:p>
          <a:p>
            <a:r>
              <a:t>Merchant Setup</a:t>
            </a:r>
          </a:p>
          <a:p>
            <a:r>
              <a:t>Shopkeeper adds products with cost/selling</a:t>
            </a:r>
          </a:p>
          <a:p>
            <a:r>
              <a:t>price. App calculates live valuation &amp; low-</a:t>
            </a:r>
          </a:p>
          <a:p>
            <a:r>
              <a:t>stock alerts automatically.</a:t>
            </a:r>
          </a:p>
          <a:p>
            <a:r>
              <a:t>Step 2</a:t>
            </a:r>
          </a:p>
          <a:p>
            <a:r>
              <a:t>🛍️</a:t>
            </a:r>
          </a:p>
          <a:p>
            <a:r>
              <a:t>Browse or Consult</a:t>
            </a:r>
          </a:p>
          <a:p>
            <a:r>
              <a:t>Shoppers browse stock or request a 5-min</a:t>
            </a:r>
          </a:p>
          <a:p>
            <a:r>
              <a:t>quick expert advice session with 1 click via</a:t>
            </a:r>
          </a:p>
          <a:p>
            <a:r>
              <a:t>smartphone.</a:t>
            </a:r>
          </a:p>
          <a:p>
            <a:r>
              <a:t>Step 3</a:t>
            </a:r>
          </a:p>
          <a:p>
            <a:r>
              <a:t>📲</a:t>
            </a:r>
          </a:p>
          <a:p>
            <a:r>
              <a:t>Instant WhatsApp</a:t>
            </a:r>
          </a:p>
          <a:p>
            <a:r>
              <a:t>Pre-formatted order string with itemized bill &amp;</a:t>
            </a:r>
          </a:p>
          <a:p>
            <a:r>
              <a:t>GPS address is delivered directly to merchant</a:t>
            </a:r>
          </a:p>
          <a:p>
            <a:r>
              <a:t>WhatsApp.</a:t>
            </a:r>
          </a:p>
          <a:p>
            <a:r>
              <a:t>Confidential Pitch Deck • Local Buddy 2026</a:t>
            </a:r>
          </a:p>
          <a:p>
            <a:r>
              <a:t>User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🏪Local Buddy</a:t>
            </a:r>
          </a:p>
          <a:p>
            <a:r>
              <a:t>Slide 6 / 8</a:t>
            </a:r>
          </a:p>
          <a:p>
            <a:r>
              <a:t>📊 MARKET SIZE</a:t>
            </a:r>
          </a:p>
          <a:p>
            <a:r>
              <a:t>A Massive Hyperlocal Opportunity</a:t>
            </a:r>
          </a:p>
          <a:p>
            <a:r>
              <a:t>Targeting unorganized retail and neighborhood services across Tier 1, 2, and 3 cities.</a:t>
            </a:r>
          </a:p>
          <a:p>
            <a:r>
              <a:t>$800B+</a:t>
            </a:r>
          </a:p>
          <a:p>
            <a:r>
              <a:t>Total Addressable Market</a:t>
            </a:r>
          </a:p>
          <a:p>
            <a:r>
              <a:t>Indian unorganized retail market with over</a:t>
            </a:r>
          </a:p>
          <a:p>
            <a:r>
              <a:t>30M+ local Kirana &amp; neighborhood shops.</a:t>
            </a:r>
          </a:p>
          <a:p>
            <a:r>
              <a:t>500M+</a:t>
            </a:r>
          </a:p>
          <a:p>
            <a:r>
              <a:t>WhatsApp User Base</a:t>
            </a:r>
          </a:p>
          <a:p>
            <a:r>
              <a:t>Zero friction user adoption because every</a:t>
            </a:r>
          </a:p>
          <a:p>
            <a:r>
              <a:t>customer and shopkeeper already uses</a:t>
            </a:r>
          </a:p>
          <a:p>
            <a:r>
              <a:t>WhatsApp daily.</a:t>
            </a:r>
          </a:p>
          <a:p>
            <a:r>
              <a:t>0%</a:t>
            </a:r>
          </a:p>
          <a:p>
            <a:r>
              <a:t>Commission Model</a:t>
            </a:r>
          </a:p>
          <a:p>
            <a:r>
              <a:t>Unbeatable value proposition compared to</a:t>
            </a:r>
          </a:p>
          <a:p>
            <a:r>
              <a:t>20-30% charged by quick-commerce and</a:t>
            </a:r>
          </a:p>
          <a:p>
            <a:r>
              <a:t>large aggregator platforms.</a:t>
            </a:r>
          </a:p>
          <a:p>
            <a:r>
              <a:t>Confidential Pitch Deck • Local Buddy 2026</a:t>
            </a:r>
          </a:p>
          <a:p>
            <a:r>
              <a:t>Market Opportunity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🏪Local Buddy</a:t>
            </a:r>
          </a:p>
          <a:p>
            <a:r>
              <a:t>Slide 7 / 8</a:t>
            </a:r>
          </a:p>
          <a:p>
            <a:r>
              <a:t>💰 BUSINESS MODEL</a:t>
            </a:r>
          </a:p>
          <a:p>
            <a:r>
              <a:t>Sustainable Monetization</a:t>
            </a:r>
          </a:p>
          <a:p>
            <a:r>
              <a:t>Freemium core with high-margin value-added services &amp; micro-transactions.</a:t>
            </a:r>
          </a:p>
          <a:p>
            <a:r>
              <a:t>🆓</a:t>
            </a:r>
          </a:p>
          <a:p>
            <a:r>
              <a:t>Free Core</a:t>
            </a:r>
          </a:p>
          <a:p>
            <a:r>
              <a:t>Basic inventory &amp; digital storefront</a:t>
            </a:r>
          </a:p>
          <a:p>
            <a:r>
              <a:t>free forever to drive viral adoption.</a:t>
            </a:r>
          </a:p>
          <a:p>
            <a:r>
              <a:t>⏱️</a:t>
            </a:r>
          </a:p>
          <a:p>
            <a:r>
              <a:t>Micro-Consults</a:t>
            </a:r>
          </a:p>
          <a:p>
            <a:r>
              <a:t>Nominal ₹3-₹5 platform share per</a:t>
            </a:r>
          </a:p>
          <a:p>
            <a:r>
              <a:t>5-min expert advice call session.</a:t>
            </a:r>
          </a:p>
          <a:p>
            <a:r>
              <a:t>⭐</a:t>
            </a:r>
          </a:p>
          <a:p>
            <a:r>
              <a:t>Pro SaaS</a:t>
            </a:r>
          </a:p>
          <a:p>
            <a:r>
              <a:t>₹299/mo for automated SMS</a:t>
            </a:r>
          </a:p>
          <a:p>
            <a:r>
              <a:t>alerts, GST invoicing, &amp; multi-store</a:t>
            </a:r>
          </a:p>
          <a:p>
            <a:r>
              <a:t>analytics.</a:t>
            </a:r>
          </a:p>
          <a:p>
            <a:r>
              <a:t>💳</a:t>
            </a:r>
          </a:p>
          <a:p>
            <a:r>
              <a:t>FinTech &amp; Credit</a:t>
            </a:r>
          </a:p>
          <a:p>
            <a:r>
              <a:t>Khata / credit ledger and merchant</a:t>
            </a:r>
          </a:p>
          <a:p>
            <a:r>
              <a:t>micro-financing based on sales</a:t>
            </a:r>
          </a:p>
          <a:p>
            <a:r>
              <a:t>velocity.</a:t>
            </a:r>
          </a:p>
          <a:p>
            <a:r>
              <a:t>Confidential Pitch Deck • Local Buddy 2026</a:t>
            </a:r>
          </a:p>
          <a:p>
            <a:r>
              <a:t>Business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🏪Local Buddy</a:t>
            </a:r>
          </a:p>
          <a:p>
            <a:r>
              <a:t>Slide 8 / 8</a:t>
            </a:r>
          </a:p>
          <a:p>
            <a:r>
              <a:t>🏆 STRATEGIC ADVANTAGE</a:t>
            </a:r>
          </a:p>
          <a:p>
            <a:r>
              <a:t>Our Competitive Edge &amp; Launch Vision</a:t>
            </a:r>
          </a:p>
          <a:p>
            <a:r>
              <a:t>Designed from day one for frictionless grassroots adoption and strong community trust.</a:t>
            </a:r>
          </a:p>
          <a:p>
            <a:r>
              <a:t>📲</a:t>
            </a:r>
          </a:p>
          <a:p>
            <a:r>
              <a:t>Zero-Friction Entry</a:t>
            </a:r>
          </a:p>
          <a:p>
            <a:r>
              <a:t>No app install barrier — works seamlessly via</a:t>
            </a:r>
          </a:p>
          <a:p>
            <a:r>
              <a:t>web &amp; WhatsApp, removing the biggest</a:t>
            </a:r>
          </a:p>
          <a:p>
            <a:r>
              <a:t>hurdle to user adoption.</a:t>
            </a:r>
          </a:p>
          <a:p>
            <a:r>
              <a:t>🤝</a:t>
            </a:r>
          </a:p>
          <a:p>
            <a:r>
              <a:t>Hyperlocal Trust Loop</a:t>
            </a:r>
          </a:p>
          <a:p>
            <a:r>
              <a:t>Empowers existing neighborhood vendors</a:t>
            </a:r>
          </a:p>
          <a:p>
            <a:r>
              <a:t>and verified local experts rather than</a:t>
            </a:r>
          </a:p>
          <a:p>
            <a:r>
              <a:t>replacing them with dark stores.</a:t>
            </a:r>
          </a:p>
          <a:p>
            <a:r>
              <a:t>⚡</a:t>
            </a:r>
          </a:p>
          <a:p>
            <a:r>
              <a:t>Dual-Growth Flywheel</a:t>
            </a:r>
          </a:p>
          <a:p>
            <a:r>
              <a:t>Viral merchant word-of-mouth paired with</a:t>
            </a:r>
          </a:p>
          <a:p>
            <a:r>
              <a:t>high-frequency 5-min micro-consultations</a:t>
            </a:r>
          </a:p>
          <a:p>
            <a:r>
              <a:t>drives organic retention.</a:t>
            </a:r>
          </a:p>
          <a:p>
            <a:r>
              <a:t>"Empowering Every Neighborhood Through Trust, Speed, and Micro-Connections."</a:t>
            </a:r>
          </a:p>
          <a:p>
            <a:r>
              <a:t>Confidential Pitch Deck • Local Buddy 2026</a:t>
            </a:r>
          </a:p>
          <a:p>
            <a:r>
              <a:t>Vision &amp;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